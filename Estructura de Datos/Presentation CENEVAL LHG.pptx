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9" r:id="rId2"/>
    <p:sldId id="262" r:id="rId3"/>
    <p:sldId id="260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-168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_tradnl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37887-44FE-614E-AB7F-C432AA74EFEC}" type="datetimeFigureOut">
              <a:rPr lang="en-US" smtClean="0"/>
              <a:t>1/17/18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6E048F2-99D0-F94D-9C75-045FEDD12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s-ES_tradnl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s-ES_tradnl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37887-44FE-614E-AB7F-C432AA74EFEC}" type="datetimeFigureOut">
              <a:rPr lang="en-US" smtClean="0"/>
              <a:t>1/17/18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46E048F2-99D0-F94D-9C75-045FEDD12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s-ES_tradnl" smtClean="0"/>
              <a:t>Click to edit Master text styles</a:t>
            </a:r>
          </a:p>
          <a:p>
            <a:pPr lvl="1" eaLnBrk="1" latinLnBrk="0" hangingPunct="1"/>
            <a:r>
              <a:rPr lang="es-ES_tradnl" smtClean="0"/>
              <a:t>Second level</a:t>
            </a:r>
          </a:p>
          <a:p>
            <a:pPr lvl="2" eaLnBrk="1" latinLnBrk="0" hangingPunct="1"/>
            <a:r>
              <a:rPr lang="es-ES_tradnl" smtClean="0"/>
              <a:t>Third level</a:t>
            </a:r>
          </a:p>
          <a:p>
            <a:pPr lvl="3" eaLnBrk="1" latinLnBrk="0" hangingPunct="1"/>
            <a:r>
              <a:rPr lang="es-ES_tradnl" smtClean="0"/>
              <a:t>Fourth level</a:t>
            </a:r>
          </a:p>
          <a:p>
            <a:pPr lvl="4" eaLnBrk="1" latinLnBrk="0" hangingPunct="1"/>
            <a:r>
              <a:rPr lang="es-ES_tradnl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_tradnl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37887-44FE-614E-AB7F-C432AA74EFEC}" type="datetimeFigureOut">
              <a:rPr lang="en-US" smtClean="0"/>
              <a:t>1/17/18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6E048F2-99D0-F94D-9C75-045FEDD128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s-ES_tradnl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s-ES_tradnl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CA637887-44FE-614E-AB7F-C432AA74EFEC}" type="datetimeFigureOut">
              <a:rPr lang="en-US" smtClean="0"/>
              <a:t>1/17/18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48F2-99D0-F94D-9C75-045FEDD12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_tradnl" smtClean="0"/>
              <a:t>Click to edit Master text styles</a:t>
            </a:r>
          </a:p>
          <a:p>
            <a:pPr lvl="1" eaLnBrk="1" latinLnBrk="0" hangingPunct="1"/>
            <a:r>
              <a:rPr lang="es-ES_tradnl" smtClean="0"/>
              <a:t>Second level</a:t>
            </a:r>
          </a:p>
          <a:p>
            <a:pPr lvl="2" eaLnBrk="1" latinLnBrk="0" hangingPunct="1"/>
            <a:r>
              <a:rPr lang="es-ES_tradnl" smtClean="0"/>
              <a:t>Third level</a:t>
            </a:r>
          </a:p>
          <a:p>
            <a:pPr lvl="3" eaLnBrk="1" latinLnBrk="0" hangingPunct="1"/>
            <a:r>
              <a:rPr lang="es-ES_tradnl" smtClean="0"/>
              <a:t>Fourth level</a:t>
            </a:r>
          </a:p>
          <a:p>
            <a:pPr lvl="4" eaLnBrk="1" latinLnBrk="0" hangingPunct="1"/>
            <a:r>
              <a:rPr lang="es-ES_tradnl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_tradnl" smtClean="0"/>
              <a:t>Click to edit Master text styles</a:t>
            </a:r>
          </a:p>
          <a:p>
            <a:pPr lvl="1" eaLnBrk="1" latinLnBrk="0" hangingPunct="1"/>
            <a:r>
              <a:rPr lang="es-ES_tradnl" smtClean="0"/>
              <a:t>Second level</a:t>
            </a:r>
          </a:p>
          <a:p>
            <a:pPr lvl="2" eaLnBrk="1" latinLnBrk="0" hangingPunct="1"/>
            <a:r>
              <a:rPr lang="es-ES_tradnl" smtClean="0"/>
              <a:t>Third level</a:t>
            </a:r>
          </a:p>
          <a:p>
            <a:pPr lvl="3" eaLnBrk="1" latinLnBrk="0" hangingPunct="1"/>
            <a:r>
              <a:rPr lang="es-ES_tradnl" smtClean="0"/>
              <a:t>Fourth level</a:t>
            </a:r>
          </a:p>
          <a:p>
            <a:pPr lvl="4" eaLnBrk="1" latinLnBrk="0" hangingPunct="1"/>
            <a:r>
              <a:rPr lang="es-ES_tradnl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_tradnl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_tradnl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37887-44FE-614E-AB7F-C432AA74EFEC}" type="datetimeFigureOut">
              <a:rPr lang="en-US" smtClean="0"/>
              <a:t>1/17/18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s-ES_tradnl" smtClean="0"/>
              <a:t>Click to edit Master text styles</a:t>
            </a:r>
          </a:p>
          <a:p>
            <a:pPr lvl="1" eaLnBrk="1" latinLnBrk="0" hangingPunct="1"/>
            <a:r>
              <a:rPr lang="es-ES_tradnl" smtClean="0"/>
              <a:t>Second level</a:t>
            </a:r>
          </a:p>
          <a:p>
            <a:pPr lvl="2" eaLnBrk="1" latinLnBrk="0" hangingPunct="1"/>
            <a:r>
              <a:rPr lang="es-ES_tradnl" smtClean="0"/>
              <a:t>Third level</a:t>
            </a:r>
          </a:p>
          <a:p>
            <a:pPr lvl="3" eaLnBrk="1" latinLnBrk="0" hangingPunct="1"/>
            <a:r>
              <a:rPr lang="es-ES_tradnl" smtClean="0"/>
              <a:t>Fourth level</a:t>
            </a:r>
          </a:p>
          <a:p>
            <a:pPr lvl="4" eaLnBrk="1" latinLnBrk="0" hangingPunct="1"/>
            <a:r>
              <a:rPr lang="es-ES_tradnl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s-ES_tradnl" smtClean="0"/>
              <a:t>Click to edit Master text styles</a:t>
            </a:r>
          </a:p>
          <a:p>
            <a:pPr lvl="1" eaLnBrk="1" latinLnBrk="0" hangingPunct="1"/>
            <a:r>
              <a:rPr lang="es-ES_tradnl" smtClean="0"/>
              <a:t>Second level</a:t>
            </a:r>
          </a:p>
          <a:p>
            <a:pPr lvl="2" eaLnBrk="1" latinLnBrk="0" hangingPunct="1"/>
            <a:r>
              <a:rPr lang="es-ES_tradnl" smtClean="0"/>
              <a:t>Third level</a:t>
            </a:r>
          </a:p>
          <a:p>
            <a:pPr lvl="3" eaLnBrk="1" latinLnBrk="0" hangingPunct="1"/>
            <a:r>
              <a:rPr lang="es-ES_tradnl" smtClean="0"/>
              <a:t>Fourth level</a:t>
            </a:r>
          </a:p>
          <a:p>
            <a:pPr lvl="4" eaLnBrk="1" latinLnBrk="0" hangingPunct="1"/>
            <a:r>
              <a:rPr lang="es-ES_tradnl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46E048F2-99D0-F94D-9C75-045FEDD1287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_tradnl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_tradnl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37887-44FE-614E-AB7F-C432AA74EFEC}" type="datetimeFigureOut">
              <a:rPr lang="en-US" smtClean="0"/>
              <a:t>1/17/18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46E048F2-99D0-F94D-9C75-045FEDD12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37887-44FE-614E-AB7F-C432AA74EFEC}" type="datetimeFigureOut">
              <a:rPr lang="en-US" smtClean="0"/>
              <a:t>1/17/18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E048F2-99D0-F94D-9C75-045FEDD12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s-ES_tradnl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_tradnl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s-ES_tradnl" smtClean="0"/>
              <a:t>Click to edit Master text styles</a:t>
            </a:r>
          </a:p>
          <a:p>
            <a:pPr lvl="1" eaLnBrk="1" latinLnBrk="0" hangingPunct="1"/>
            <a:r>
              <a:rPr lang="es-ES_tradnl" smtClean="0"/>
              <a:t>Second level</a:t>
            </a:r>
          </a:p>
          <a:p>
            <a:pPr lvl="2" eaLnBrk="1" latinLnBrk="0" hangingPunct="1"/>
            <a:r>
              <a:rPr lang="es-ES_tradnl" smtClean="0"/>
              <a:t>Third level</a:t>
            </a:r>
          </a:p>
          <a:p>
            <a:pPr lvl="3" eaLnBrk="1" latinLnBrk="0" hangingPunct="1"/>
            <a:r>
              <a:rPr lang="es-ES_tradnl" smtClean="0"/>
              <a:t>Fourth level</a:t>
            </a:r>
          </a:p>
          <a:p>
            <a:pPr lvl="4" eaLnBrk="1" latinLnBrk="0" hangingPunct="1"/>
            <a:r>
              <a:rPr lang="es-ES_tradnl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6E048F2-99D0-F94D-9C75-045FEDD1287C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37887-44FE-614E-AB7F-C432AA74EFEC}" type="datetimeFigureOut">
              <a:rPr lang="en-US" smtClean="0"/>
              <a:t>1/17/18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46E048F2-99D0-F94D-9C75-045FEDD128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s-ES_tradnl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_tradnl" smtClean="0"/>
              <a:t>Drag picture to placeholder or click icon to add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_tradnl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CA637887-44FE-614E-AB7F-C432AA74EFEC}" type="datetimeFigureOut">
              <a:rPr lang="en-US" smtClean="0"/>
              <a:t>1/17/18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_tradnl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_tradnl" smtClean="0"/>
              <a:t>Click to edit Master text styles</a:t>
            </a:r>
          </a:p>
          <a:p>
            <a:pPr lvl="1" eaLnBrk="1" latinLnBrk="0" hangingPunct="1"/>
            <a:r>
              <a:rPr lang="es-ES_tradnl" smtClean="0"/>
              <a:t>Second level</a:t>
            </a:r>
          </a:p>
          <a:p>
            <a:pPr lvl="2" eaLnBrk="1" latinLnBrk="0" hangingPunct="1"/>
            <a:r>
              <a:rPr lang="es-ES_tradnl" smtClean="0"/>
              <a:t>Third level</a:t>
            </a:r>
          </a:p>
          <a:p>
            <a:pPr lvl="3" eaLnBrk="1" latinLnBrk="0" hangingPunct="1"/>
            <a:r>
              <a:rPr lang="es-ES_tradnl" smtClean="0"/>
              <a:t>Fourth level</a:t>
            </a:r>
          </a:p>
          <a:p>
            <a:pPr lvl="4" eaLnBrk="1" latinLnBrk="0" hangingPunct="1"/>
            <a:r>
              <a:rPr lang="es-ES_tradnl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37887-44FE-614E-AB7F-C432AA74EFEC}" type="datetimeFigureOut">
              <a:rPr lang="en-US" smtClean="0"/>
              <a:t>1/17/18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48F2-99D0-F94D-9C75-045FEDD1287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46E048F2-99D0-F94D-9C75-045FEDD1287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s-ES_tradnl" smtClean="0"/>
              <a:t>Click to edit Master text styles</a:t>
            </a:r>
          </a:p>
          <a:p>
            <a:pPr lvl="1" eaLnBrk="1" latinLnBrk="0" hangingPunct="1"/>
            <a:r>
              <a:rPr lang="es-ES_tradnl" smtClean="0"/>
              <a:t>Second level</a:t>
            </a:r>
          </a:p>
          <a:p>
            <a:pPr lvl="2" eaLnBrk="1" latinLnBrk="0" hangingPunct="1"/>
            <a:r>
              <a:rPr lang="es-ES_tradnl" smtClean="0"/>
              <a:t>Third level</a:t>
            </a:r>
          </a:p>
          <a:p>
            <a:pPr lvl="3" eaLnBrk="1" latinLnBrk="0" hangingPunct="1"/>
            <a:r>
              <a:rPr lang="es-ES_tradnl" smtClean="0"/>
              <a:t>Fourth level</a:t>
            </a:r>
          </a:p>
          <a:p>
            <a:pPr lvl="4" eaLnBrk="1" latinLnBrk="0" hangingPunct="1"/>
            <a:r>
              <a:rPr lang="es-ES_tradnl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37887-44FE-614E-AB7F-C432AA74EFEC}" type="datetimeFigureOut">
              <a:rPr lang="en-US" smtClean="0"/>
              <a:t>1/17/18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s-ES_tradnl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CA637887-44FE-614E-AB7F-C432AA74EFEC}" type="datetimeFigureOut">
              <a:rPr lang="en-US" smtClean="0"/>
              <a:t>1/17/18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6E048F2-99D0-F94D-9C75-045FEDD1287C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_tradnl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_tradnl" smtClean="0"/>
              <a:t>Click to edit Master text styles</a:t>
            </a:r>
          </a:p>
          <a:p>
            <a:pPr lvl="1" eaLnBrk="1" latinLnBrk="0" hangingPunct="1"/>
            <a:r>
              <a:rPr kumimoji="0" lang="es-ES_tradnl" smtClean="0"/>
              <a:t>Second level</a:t>
            </a:r>
          </a:p>
          <a:p>
            <a:pPr lvl="2" eaLnBrk="1" latinLnBrk="0" hangingPunct="1"/>
            <a:r>
              <a:rPr kumimoji="0" lang="es-ES_tradnl" smtClean="0"/>
              <a:t>Third level</a:t>
            </a:r>
          </a:p>
          <a:p>
            <a:pPr lvl="3" eaLnBrk="1" latinLnBrk="0" hangingPunct="1"/>
            <a:r>
              <a:rPr kumimoji="0" lang="es-ES_tradnl" smtClean="0"/>
              <a:t>Fourth level</a:t>
            </a:r>
          </a:p>
          <a:p>
            <a:pPr lvl="4" eaLnBrk="1" latinLnBrk="0" hangingPunct="1"/>
            <a:r>
              <a:rPr kumimoji="0" lang="es-ES_tradnl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Find the unique character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Given a string that contains several characters in duplicate and continuous, except one character, find the unique character within the string.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Input: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dirty="0" smtClean="0"/>
              <a:t>One string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err="1" smtClean="0"/>
              <a:t>Ouput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	Write the unique character in a line.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Sample Input:</a:t>
            </a:r>
          </a:p>
          <a:p>
            <a:pPr marL="0" indent="0">
              <a:buNone/>
            </a:pPr>
            <a:r>
              <a:rPr lang="en-US" dirty="0" smtClean="0"/>
              <a:t>	AABCCDDEEFF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Sample Output:</a:t>
            </a:r>
          </a:p>
          <a:p>
            <a:pPr marL="0" indent="0">
              <a:buNone/>
            </a:pPr>
            <a:r>
              <a:rPr lang="en-US" dirty="0" smtClean="0"/>
              <a:t>	B</a:t>
            </a:r>
          </a:p>
        </p:txBody>
      </p:sp>
    </p:spTree>
    <p:extLst>
      <p:ext uri="{BB962C8B-B14F-4D97-AF65-F5344CB8AC3E}">
        <p14:creationId xmlns:p14="http://schemas.microsoft.com/office/powerpoint/2010/main" val="2632273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Rotate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Given a list, rotate the list to the right by k places, where k is non-negative.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</a:t>
            </a: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Given 1-&gt;2-&gt;3-&gt;4-&gt;5-&gt;NULL and k = 2,</a:t>
            </a:r>
          </a:p>
          <a:p>
            <a:pPr marL="0" indent="0">
              <a:buNone/>
            </a:pPr>
            <a:r>
              <a:rPr lang="en-US" dirty="0"/>
              <a:t>return 4-&gt;5-&gt;1-&gt;2-&gt;3-&gt;NULL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6353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Remove Duplicate Letters 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Given a string, which contains only lowercase letters, remove duplicate letters so that every letter appear once and only once.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Input: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dirty="0" smtClean="0"/>
              <a:t>One string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err="1" smtClean="0"/>
              <a:t>Ouput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	Write the string without duplicate letters.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Sample Input: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bcabc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Sample Output: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bca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95165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Remove Duplicate Letters 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Given a string, which contains only lowercase letters, remove duplicate letters so that every letter appear once and only once. You must make sure your result is the </a:t>
            </a:r>
            <a:r>
              <a:rPr lang="en-US" b="1" i="1" dirty="0" smtClean="0">
                <a:solidFill>
                  <a:srgbClr val="FF0000"/>
                </a:solidFill>
              </a:rPr>
              <a:t>smallest in lexicographical order </a:t>
            </a:r>
            <a:r>
              <a:rPr lang="en-US" dirty="0" smtClean="0"/>
              <a:t>among all possible results.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Input: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dirty="0" smtClean="0"/>
              <a:t>One string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err="1" smtClean="0"/>
              <a:t>Ouput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	Write the string without duplicate letters.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Sample Input: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cbacdcbc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Sample Output: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acdb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664159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华文新魏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Civic.thmx</Template>
  <TotalTime>51</TotalTime>
  <Words>171</Words>
  <Application>Microsoft Macintosh PowerPoint</Application>
  <PresentationFormat>On-screen Show (4:3)</PresentationFormat>
  <Paragraphs>49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Civic</vt:lpstr>
      <vt:lpstr>Find the unique character</vt:lpstr>
      <vt:lpstr>Rotate List</vt:lpstr>
      <vt:lpstr>Remove Duplicate Letters I</vt:lpstr>
      <vt:lpstr>Remove Duplicate Letters II</vt:lpstr>
    </vt:vector>
  </TitlesOfParts>
  <Company>ITESM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Humberto González Guerra</dc:creator>
  <cp:lastModifiedBy>Luis Humberto González Guerra</cp:lastModifiedBy>
  <cp:revision>3</cp:revision>
  <dcterms:created xsi:type="dcterms:W3CDTF">2018-01-17T17:07:16Z</dcterms:created>
  <dcterms:modified xsi:type="dcterms:W3CDTF">2018-01-17T17:58:50Z</dcterms:modified>
</cp:coreProperties>
</file>